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7e6cc02f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7e6cc02f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c7e6cc02f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c7e6cc02f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c7e6cc02f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c7e6cc02f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7e6cc02f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7e6cc02f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7e6cc02f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7e6cc02f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7e73478bd_5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7e73478bd_5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7e73478bd_5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c7e73478bd_5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7e73478bd_5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7e73478bd_5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7e73478bd_5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7e73478bd_5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7e73478bd_54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7e73478bd_54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7e73478bd_5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7e73478bd_5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7e73478bd_5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7e73478bd_5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7e73478bd_54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7e73478bd_54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7e73478bd_5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7e73478bd_5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7e73478bd_54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7e73478bd_54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7e73478bd_54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7e73478bd_54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7e73478bd_54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7e73478bd_54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7e73478bd_5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7e73478bd_5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69" r="59" t="0"/>
          <a:stretch/>
        </p:blipFill>
        <p:spPr>
          <a:xfrm>
            <a:off x="-35700" y="0"/>
            <a:ext cx="9210675" cy="5151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rotWithShape="1">
          <a:blip r:embed="rId3">
            <a:alphaModFix/>
          </a:blip>
          <a:srcRect b="139" l="0" r="0" t="129"/>
          <a:stretch/>
        </p:blipFill>
        <p:spPr>
          <a:xfrm>
            <a:off x="0" y="23125"/>
            <a:ext cx="9144000" cy="50940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5"/>
          <p:cNvPicPr preferRelativeResize="0"/>
          <p:nvPr/>
        </p:nvPicPr>
        <p:blipFill rotWithShape="1">
          <a:blip r:embed="rId3">
            <a:alphaModFix/>
          </a:blip>
          <a:srcRect b="0" l="386" r="386" t="8925"/>
          <a:stretch/>
        </p:blipFill>
        <p:spPr>
          <a:xfrm>
            <a:off x="0" y="-91900"/>
            <a:ext cx="9144000" cy="5239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6"/>
          <p:cNvPicPr preferRelativeResize="0"/>
          <p:nvPr/>
        </p:nvPicPr>
        <p:blipFill rotWithShape="1">
          <a:blip r:embed="rId3">
            <a:alphaModFix/>
          </a:blip>
          <a:srcRect b="0" l="109" r="109" t="6217"/>
          <a:stretch/>
        </p:blipFill>
        <p:spPr>
          <a:xfrm>
            <a:off x="-48125" y="0"/>
            <a:ext cx="9240250" cy="5172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7"/>
          <p:cNvPicPr preferRelativeResize="0"/>
          <p:nvPr/>
        </p:nvPicPr>
        <p:blipFill rotWithShape="1">
          <a:blip r:embed="rId3">
            <a:alphaModFix/>
          </a:blip>
          <a:srcRect b="99" l="0" r="0" t="89"/>
          <a:stretch/>
        </p:blipFill>
        <p:spPr>
          <a:xfrm>
            <a:off x="-48126" y="0"/>
            <a:ext cx="9240252" cy="5151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8"/>
          <p:cNvPicPr preferRelativeResize="0"/>
          <p:nvPr/>
        </p:nvPicPr>
        <p:blipFill rotWithShape="1">
          <a:blip r:embed="rId3">
            <a:alphaModFix/>
          </a:blip>
          <a:srcRect b="9" l="0" r="0" t="9"/>
          <a:stretch/>
        </p:blipFill>
        <p:spPr>
          <a:xfrm>
            <a:off x="0" y="0"/>
            <a:ext cx="9144000" cy="510651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can you change size to fit slide also it looks too plain and from 1900s can you make it look like 2026, and background doesn't match other slides can you make is dark bluish green same as slide 6" id="84" name="Google Shape;84;p19"/>
          <p:cNvPicPr preferRelativeResize="0"/>
          <p:nvPr/>
        </p:nvPicPr>
        <p:blipFill>
          <a:blip r:embed="rId3">
            <a:alphaModFix/>
          </a:blip>
          <a:stretch>
            <a:fillRect/>
          </a:stretch>
        </p:blipFill>
        <p:spPr>
          <a:xfrm>
            <a:off x="-121385" y="0"/>
            <a:ext cx="9417786" cy="5242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89" name="Google Shape;89;p20"/>
          <p:cNvPicPr preferRelativeResize="0"/>
          <p:nvPr/>
        </p:nvPicPr>
        <p:blipFill>
          <a:blip r:embed="rId3">
            <a:alphaModFix/>
          </a:blip>
          <a:stretch>
            <a:fillRect/>
          </a:stretch>
        </p:blipFill>
        <p:spPr>
          <a:xfrm>
            <a:off x="0" y="-91900"/>
            <a:ext cx="9144000" cy="5249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94" name="Google Shape;94;p2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quot;Avoiding Doctor–AI Conflict&#10;Key Design Choices&#10;&#10;AI never contradicts doctors in front of patients&#10;&#10;No alternative treatments suggested&#10;&#10;AI uses doctor notes as the source of truth&#10;&#10;Encourages dialogue, not correction&#10;&#10;🔒 Trust preserved&#10;🩺 Doctors remain accountable&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99" name="Google Shape;99;p22"/>
          <p:cNvPicPr preferRelativeResize="0"/>
          <p:nvPr/>
        </p:nvPicPr>
        <p:blipFill>
          <a:blip r:embed="rId3">
            <a:alphaModFix/>
          </a:blip>
          <a:stretch>
            <a:fillRect/>
          </a:stretch>
        </p:blipFill>
        <p:spPr>
          <a:xfrm>
            <a:off x="-48126" y="0"/>
            <a:ext cx="9240252"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quot;Handling False Positives&#10;How We Minimize Harm&#10;&#10;No diagnosis = no clinical false positives&#10;&#10;Rule-constrained red-flag detection&#10;&#10;Confidence-based abstention (“I’m not sure”)&#10;&#10;Emergency cases redirected immediately&#10;&#10;Reducing harm is more important than maximizing detection&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104" name="Google Shape;104;p23"/>
          <p:cNvPicPr preferRelativeResize="0"/>
          <p:nvPr/>
        </p:nvPicPr>
        <p:blipFill>
          <a:blip r:embed="rId3">
            <a:alphaModFix/>
          </a:blip>
          <a:stretch>
            <a:fillRect/>
          </a:stretch>
        </p:blipFill>
        <p:spPr>
          <a:xfrm>
            <a:off x="-48126" y="0"/>
            <a:ext cx="9240252"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quot;Patient Flow Diagram&#10;Patient Interaction Flow&#10;&#10;(Visual Diagram Description)&#10;&#10;Patient&#10;   ↓&#10;Uploads Document / Asks Question&#10;   ↓&#10;Text &amp; Entity Extraction&#10;   ↓&#10;AI Explanation Engine&#10;   ↓&#10;Safe, Simple Guidance&#10;   ↓&#10;Encouraged Follow-up with Doctor&#10;&#10;&#10;Key Point:&#10;No decision-making, only explanation &amp; navigation.&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109" name="Google Shape;109;p24"/>
          <p:cNvPicPr preferRelativeResize="0"/>
          <p:nvPr/>
        </p:nvPicPr>
        <p:blipFill>
          <a:blip r:embed="rId3">
            <a:alphaModFix/>
          </a:blip>
          <a:stretch>
            <a:fillRect/>
          </a:stretch>
        </p:blipFill>
        <p:spPr>
          <a:xfrm>
            <a:off x="-48126" y="0"/>
            <a:ext cx="9240252"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quot;Minimal-Input Mode (Low-Cost Patients)&#10;Designed for Real-World Constraints&#10;&#10;If no reports are uploaded:&#10;&#10;Symptom-based education&#10;&#10;General condition explanation&#10;&#10;Lifestyle &amp; preventive advice&#10;&#10;- No lab interpretation&#10;- No diagnosis inference&#10;&#10;Inclusive design for low-resource settings&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114" name="Google Shape;114;p25"/>
          <p:cNvPicPr preferRelativeResize="0"/>
          <p:nvPr/>
        </p:nvPicPr>
        <p:blipFill>
          <a:blip r:embed="rId3">
            <a:alphaModFix/>
          </a:blip>
          <a:stretch>
            <a:fillRect/>
          </a:stretch>
        </p:blipFill>
        <p:spPr>
          <a:xfrm>
            <a:off x="-48126" y="0"/>
            <a:ext cx="9240252"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quot;System Architecture Diagram&#10;High-Level Architecture&#10;&#10;(Recreate this visually in PPT)&#10;&#10;Frontend (Web / Mobile App)&#10;        |&#10;   API Gateway&#10;        |&#10; Backend Services&#10;        |&#10; ┌───────────────────────────┐&#10; |   AI Processing Layer     |&#10; |                                         |&#10; | - Medical NER               |&#10; | - LLM                              |&#10; | - Prompt Guardrails       |&#10; └───────────────────────────┘&#10;        |&#10;Public &amp; Synthetic Medical Data&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119" name="Google Shape;119;p26"/>
          <p:cNvPicPr preferRelativeResize="0"/>
          <p:nvPr/>
        </p:nvPicPr>
        <p:blipFill>
          <a:blip r:embed="rId3">
            <a:alphaModFix/>
          </a:blip>
          <a:stretch>
            <a:fillRect/>
          </a:stretch>
        </p:blipFill>
        <p:spPr>
          <a:xfrm>
            <a:off x="-48126" y="0"/>
            <a:ext cx="9240252"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quot;AI Processing Pipeline (Detailed)&#10;Step-by-Step AI Flow&#10;&#10;Document ingestion (PDF / Image / Text)&#10;&#10;OCR &amp; text normalization&#10;&#10;Medical entity extraction (NER)&#10;&#10;Context grounding&#10;&#10;LLM-based explanation&#10;&#10;Safety filtering &amp; disclaimers&#10;&#10;Response to patient&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124" name="Google Shape;124;p27"/>
          <p:cNvPicPr preferRelativeResize="0"/>
          <p:nvPr/>
        </p:nvPicPr>
        <p:blipFill>
          <a:blip r:embed="rId3">
            <a:alphaModFix/>
          </a:blip>
          <a:stretch>
            <a:fillRect/>
          </a:stretch>
        </p:blipFill>
        <p:spPr>
          <a:xfrm>
            <a:off x="-48126" y="0"/>
            <a:ext cx="9240252"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descr="&quot;Responsible AI &amp; Data Safety&#10;Responsible Design&#10;&#10;Uses synthetic &amp; public datasets only&#10;&#10;No storage of patient data without consent&#10;&#10;No model training on user inputs without user consent&#10;&#10;Clear disclaimers &amp; ethical boundaries&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 id="129" name="Google Shape;129;p2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quot;Limitations&#10;Honest Constraints&#10;&#10;Not a replacement for doctors&#10;&#10;Not suitable for emergencies&#10;&#10;Dependent on input quality&#10;&#10;Informational support only&#10;&#10;Transparency builds trust&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134" name="Google Shape;134;p2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quot;Impact &amp; Value&#10;Why MediPath AI Matters&#10;&#10;Improves patient understanding&#10;&#10;Reduces anxiety&#10;&#10;Saves doctor time&#10;&#10;Increases treatment adherence&#10;&#10;Scales healthcare support responsibly&quot;                     can you make a modern beautiful slide which matches other slides background colour and is good for presentation, can you also change size to fit slide also it looks too plain and from 1900s can you make it look like 2026, and background doesn't match other slides can you make is dark bluish green same as slide 6" id="139" name="Google Shape;139;p3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remove Thank you, and beautify slide" id="144" name="Google Shape;144;p31"/>
          <p:cNvPicPr preferRelativeResize="0"/>
          <p:nvPr/>
        </p:nvPicPr>
        <p:blipFill>
          <a:blip r:embed="rId3">
            <a:alphaModFix/>
          </a:blip>
          <a:stretch>
            <a:fillRect/>
          </a:stretch>
        </p:blipFill>
        <p:spPr>
          <a:xfrm>
            <a:off x="-48126" y="0"/>
            <a:ext cx="9240252"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32" title="AI for Bharddat BANNER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